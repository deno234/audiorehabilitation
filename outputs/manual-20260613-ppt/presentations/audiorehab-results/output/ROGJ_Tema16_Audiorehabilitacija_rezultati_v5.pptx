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792000" cy="550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731" autoAdjust="0"/>
  </p:normalViewPr>
  <p:slideViewPr>
    <p:cSldViewPr snapToGrid="0" snapToObjects="1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Ukupna usporedba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Niže je bolje; skala radi prikaza ×100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audio_demo/demo_draga_rada_radi_espeak_ng.wav" TargetMode="External"/><Relationship Id="rId3" Type="http://schemas.openxmlformats.org/officeDocument/2006/relationships/hyperlink" Target="audio_demo/demo_draga_rada_radi_coqui_vits_hr.wav" TargetMode="External"/><Relationship Id="rId4" Type="http://schemas.openxmlformats.org/officeDocument/2006/relationships/hyperlink" Target="audio_demo/demo_draga_rada_radi_speecht5_hr.wav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Istraživačko pitanje i doprinos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LLM generirati hrvatske riječi i rečenice s traženim fonemskim zasićenjem?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Možemo li sve provjeriti deterministički, bez vjerovanja modelu?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validirani tekst postati tehnički ispravan audio materijal?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Koji je izvor bolji: ChatGPT Plus ili lokalni Ollama?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20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520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999" y="2610000"/>
            <a:ext cx="80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Glavna metodološka odluka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862000"/>
            <a:ext cx="8046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ne broji foneme i ne odlučuje je li kandidat valjan.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samo predlaže tekst. Python fonemizira, računa zasićenje, pronalazi duplikate, provjerava duljinu i generira CSV/Markdown izvještaje.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/>
                <a:gridCol w="357408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klasa, zasićenje, tip teksta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ChatGPT Plus ili Ollama generira kandidate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normalizacija + dž/lj/nj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SL, znakovi, 3–5 riječi, duplikati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Hunspell + ručni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CSV, Markdown, tablice, greške,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riječi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6000" y="1080000"/>
          <a:ext cx="4356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5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>
                <a:solidFill>
                  <a:srgbClr val="2A343D"/>
                </a:solidFill>
                <a:latin typeface="Aptos"/>
              </a:rPr>
              <a:t>Paper Table II prikazuje postotak riječi koje zadovoljavaju oba kriterija: saturation level + HJP/standardni jezik. Naša analogna tablica koristi saturation pass + ručni HJP word-review. Duplikati su dodatno analizirani u našem pipelineu, ali nisu dio ove paper-style ćelije.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66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Paper Table III prikazuje postotak rečenica koje zadovoljavaju saturation criterion. Naša analogna tablica koristi isti saturation-pass kriterij. Rezultat je vrlo jak na 50 %, a na 70 % jasno pada za klasu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/>
                <a:gridCol w="544320"/>
                <a:gridCol w="660960"/>
                <a:gridCol w="1360800"/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>
                <a:solidFill>
                  <a:srgbClr val="2A343D"/>
                </a:solidFill>
                <a:latin typeface="Aptos"/>
              </a:rPr>
              <a:t>ChatGPT Plus najčešće razumije fonemski zadatak, ali se ponavlja. Ollama uglavnom ne pogađa ciljno zasićenje, pa nije dovoljno pouzdan u ovoj konfiguraciji.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duplikati.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strict_plain_list za riječi: 188 duplikata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za riječi: 71,5 % tehnički valjano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saturacija uglavnom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Kako evaluator odlučuje valjanost + 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244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6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Tehnički pragovi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646000" cy="207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Kandidat je tehnički valjan ako prođe: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zasićenje ≥ traženi SL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samo hrvatska slova i razmaci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word = točno 1 riječ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sentence = 3–5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nije duplikat u runu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nema ponovljene riječi u rečenici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000" y="917999"/>
            <a:ext cx="64800" cy="2448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1999" y="1007999"/>
            <a:ext cx="26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Razina eksperimenta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999" y="1259999"/>
            <a:ext cx="2646000" cy="207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Korišteni pragovi: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riječi: SL 40, 50, 60, 70, 80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rečenice: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Task 16: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SL = minimalni % fonema ciljne klase.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2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52000" y="917999"/>
            <a:ext cx="64800" cy="2448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7999" y="1007999"/>
            <a:ext cx="26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999" y="1259999"/>
            <a:ext cx="2646000" cy="207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Phonetic Content Dissimilarity mjeri koliko su dva kandidata fonetski različita.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Naš paper-style PCD koristi dulji kandidat kao nazivnik.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Veći PCD = veća raznolikost.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20000" y="3636000"/>
          <a:ext cx="835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/>
                <a:gridCol w="1336320"/>
                <a:gridCol w="1336320"/>
                <a:gridCol w="3591360"/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PCD grupa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avg. PCD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interpretacija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više validnih grupa i veća raznolikost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0,274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malo validnih grupa i niža 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screening + ručni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1764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Hunspell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538000" cy="138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Automatski provjerava svaku normaliziranu riječ preko hrvatskog rječnika `hr_HR`.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Izlaz: yes / no / unsure + popis nepoznatih ili odbačenih riječi.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17999"/>
            <a:ext cx="64800" cy="1764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07999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Hunspell nije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259999"/>
            <a:ext cx="2538000" cy="138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Nije HJP dokaz.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značenje rečenice.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kliničku prikladnost.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Može odbiti valjane oblike ili prihvatiti kontekstualno loše riječi.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17999"/>
            <a:ext cx="64800" cy="176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07999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Ručni HJP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259999"/>
            <a:ext cx="2538000" cy="138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Izvoz jedinstvenih riječi → ručno `hjp_valid`.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Riječ: validna ako je ta riječ yes.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Rečenica: validna samo ako su sve riječi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999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95,4 %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99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Hunspell-valid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0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 / 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HJP-valid nakon word-review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6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6000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HJP-invalid kandidata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2000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TTS-ready: tehnički + HJP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točno utječe na rezultate?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4000" y="917999"/>
          <a:ext cx="9144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3291840"/>
                <a:gridCol w="2377440"/>
              </a:tblGrid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mjeri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ga ruši / smanjuje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Kako se koristi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 prolaznost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samo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target_count / total ≥ 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glavni fonetski kriterij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Tehnička valjanost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struktura + fonemi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SL, znakovi, broj riječi, duplikat, ponavljanje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osnovni Python pass/fail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Hunspell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leksika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svaka riječ prihvaćena u hr_HR rječniku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automatski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Technical + Hunspell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tehnika + screening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tehnički validno i Hunspell=yes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skalabilna leksička procjena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HJP/manual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ručni word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sve riječi u kandidatu imaju hjp_valid=yes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najbliže kriteriju iz paper-a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PCD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fonemska udaljenost među kandidatima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nije pass/fail nego diversity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TTS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tehnika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WAV postoji, mono, 16 kHz, 16-bit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ne dokazuje prirodnost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WER/CER + slušanje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razumljivost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ASR pogreške + ljudske ocjene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proxy + subjektivna provjera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3960000"/>
            <a:ext cx="871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3960000"/>
            <a:ext cx="64800" cy="5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4050000"/>
            <a:ext cx="847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Najvažnija interpretacija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4302000"/>
            <a:ext cx="8478000" cy="1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U radu ne postoji jedna jedina “valjanost”. Rezultate čitam slojevito: prvo fonetski i strukturno, zatim automatski leksički, zatim ručno HJP, a tek onda audio.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/>
                <a:gridCol w="1607040"/>
                <a:gridCol w="1607040"/>
                <a:gridCol w="1607040"/>
                <a:gridCol w="160704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/>
                <a:gridCol w="1071360"/>
                <a:gridCol w="1874880"/>
                <a:gridCol w="1874880"/>
                <a:gridCol w="142848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nije klinički odobren materijal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Plus je ručni,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nije automatski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slušna provjera ima jednog recenzenta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ASR je proxy, ne dokaz izgovora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496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Zaključak: pipeline je reproducibilan i pokazuje da generiranje materijala može pomoći, ali konačna lingvistička i klinička odluka ostaje na čovjeku.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1435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Denis Ibiši</cp:lastModifiedBy>
  <cp:revision>37</cp:revision>
  <dcterms:created xsi:type="dcterms:W3CDTF">2026-04-24T12:28:30Z</dcterms:created>
  <dcterms:modified xsi:type="dcterms:W3CDTF">2026-04-26T22:18:15Z</dcterms:modified>
</cp:coreProperties>
</file>